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Today</c:v>
                </c:pt>
              </c:strCache>
            </c:strRef>
          </c:tx>
          <c:spPr>
            <a:solidFill>
              <a:srgbClr val="FF6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41B3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SEO</c:v>
                  </c:pt>
                  <c:pt idx="1">
                    <c:v>AEO</c:v>
                  </c:pt>
                  <c:pt idx="2">
                    <c:v>Conversion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</c:v>
                </c:pt>
                <c:pt idx="1">
                  <c:v>15</c:v>
                </c:pt>
                <c:pt idx="2">
                  <c:v>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90 days</c:v>
                </c:pt>
              </c:strCache>
            </c:strRef>
          </c:tx>
          <c:spPr>
            <a:solidFill>
              <a:srgbClr val="00C2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41B3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SEO</c:v>
                  </c:pt>
                  <c:pt idx="1">
                    <c:v>AEO</c:v>
                  </c:pt>
                  <c:pt idx="2">
                    <c:v>Conversion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78</c:v>
                </c:pt>
                <c:pt idx="1">
                  <c:v>85</c:v>
                </c:pt>
                <c:pt idx="2">
                  <c:v>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41B3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B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2E5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41B3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line: this is not a list of small tweaks. There is one root cause that explains almost every finding, and it is fixable in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the three low scores are not three separate projects. One rendering fix lifts all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can run JavaScript in a delayed second pass, but new low-authority domains sit at the back of that queue. AI crawlers do not run JavaScript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the client will feel. Pause here. All three channels fail for the same underlying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Targets are deliberately conservative and assume the rendering fix lands in week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Findings 2 and 3 are 30-minute fixes. Finding 1 is the consequence of the rendering issue plus having no presence off-site.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Items marked Missing could not be verified externally — confirm in one pass at isitagentready.com. Items marked Fail were observed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conversion checks need access to the rendered site — the audit document includes a 10-item self-assessment to complete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 is roughly two days of engineering. It is the highest-return work in the entire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5669280" cy="5669280"/>
          </a:xfrm>
          <a:prstGeom prst="ellipse">
            <a:avLst/>
          </a:prstGeom>
          <a:solidFill>
            <a:srgbClr val="00C2A8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3291840"/>
            <a:ext cx="4023360" cy="4023360"/>
          </a:xfrm>
          <a:prstGeom prst="ellipse">
            <a:avLst/>
          </a:prstGeom>
          <a:solidFill>
            <a:srgbClr val="FF6B4A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74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PERFORMANCE AUDIT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jcll.me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640080" y="33101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· AEO · Conversion — findings, business impact and a 90-day plan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023360"/>
            <a:ext cx="1280160" cy="32004"/>
          </a:xfrm>
          <a:prstGeom prst="rect">
            <a:avLst/>
          </a:prstGeom>
          <a:solidFill>
            <a:srgbClr val="FF6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JCLL Labs  ·  25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scores, one root cause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291840" cy="1965960"/>
          </a:xfrm>
          <a:prstGeom prst="roundRect">
            <a:avLst>
              <a:gd name="adj" fmla="val 4186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10512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2331720" y="2331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127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visibility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291840" cy="1965960"/>
          </a:xfrm>
          <a:prstGeom prst="roundRect">
            <a:avLst>
              <a:gd name="adj" fmla="val 4186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810512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6200" dirty="0"/>
          </a:p>
        </p:txBody>
      </p:sp>
      <p:sp>
        <p:nvSpPr>
          <p:cNvPr id="11" name="Text 9"/>
          <p:cNvSpPr/>
          <p:nvPr/>
        </p:nvSpPr>
        <p:spPr>
          <a:xfrm>
            <a:off x="5989320" y="2331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3127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agent readiness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5280" y="1691640"/>
            <a:ext cx="3291840" cy="1965960"/>
          </a:xfrm>
          <a:prstGeom prst="roundRect">
            <a:avLst>
              <a:gd name="adj" fmla="val 4186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810512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6200" dirty="0"/>
          </a:p>
        </p:txBody>
      </p:sp>
      <p:sp>
        <p:nvSpPr>
          <p:cNvPr id="16" name="Text 14"/>
          <p:cNvSpPr/>
          <p:nvPr/>
        </p:nvSpPr>
        <p:spPr>
          <a:xfrm>
            <a:off x="9646920" y="2331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0" y="3127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readiness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10908792" cy="1965960"/>
          </a:xfrm>
          <a:prstGeom prst="roundRect">
            <a:avLst>
              <a:gd name="adj" fmla="val 4186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224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cause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4553712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 is invisible to machines. Search crawlers and AI assistants receive a page with a title and nothing else — no headings, no services, no contact details — because all content is drawn by JavaScript after the page arrives. Humans see a full site. Google, ChatGPT, Claude and Perplexity see a blank one.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CAUSE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human sees vs. what a crawler receives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03520" cy="3977640"/>
          </a:xfrm>
          <a:prstGeom prst="roundRect">
            <a:avLst>
              <a:gd name="adj" fmla="val 2069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920240"/>
            <a:ext cx="384048" cy="38404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9385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visitors see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43000" y="25146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designed website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Services, portfolio, imagery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and contact options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working as intended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4892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fine.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45352" y="1645920"/>
            <a:ext cx="5303520" cy="3977640"/>
          </a:xfrm>
          <a:prstGeom prst="roundRect">
            <a:avLst>
              <a:gd name="adj" fmla="val 2069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11112" y="1920240"/>
            <a:ext cx="384048" cy="38404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14032" y="193852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Google &amp; AI receive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11112" y="251460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8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 JCLL Labs | AI Consulting, Software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8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Development, Photography &amp; Digital...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8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JCLL Labs is a technology and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8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creative studio specializing in...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8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viewport: width=device-width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8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  (empty)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11112" y="4892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nothing to read, rank or cite.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58704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live on 25 Aug 2026 — this is the actual response, not a simulation.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someone looks for you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0908792" cy="1298448"/>
          </a:xfrm>
          <a:prstGeom prst="roundRect">
            <a:avLst>
              <a:gd name="adj" fmla="val 6338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84832"/>
            <a:ext cx="384048" cy="38404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8105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Google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15798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“AI consultant for small business”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jcll.me does not appear. A site: search returns zero indexed pages, and a search for the brand name returns nothing pointing at the domain.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18104"/>
            <a:ext cx="10908792" cy="1298448"/>
          </a:xfrm>
          <a:prstGeom prst="roundRect">
            <a:avLst>
              <a:gd name="adj" fmla="val 6338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3575304"/>
            <a:ext cx="384048" cy="38404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54480" y="330098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social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54480" y="364845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shares your link on LinkedIn or WhatsApp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37760" y="3319272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 renders as a bare grey box — no image, no headline, no description. Click-through collapses before anyone reaches the site.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608576"/>
            <a:ext cx="10908792" cy="1298448"/>
          </a:xfrm>
          <a:prstGeom prst="roundRect">
            <a:avLst>
              <a:gd name="adj" fmla="val 6338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5065776"/>
            <a:ext cx="384048" cy="38404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065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54480" y="47914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AI assistants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54480" y="51389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can build an AI agent for my company?” — ChatGPT, Claude, Gemini, Perplexity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37760" y="4809744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JCLL Labs is never suggested. There is no readable page to quote, no llms.txt, and no third-party mention anywhere to corroborate that the studio exists.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61447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result: the studio is not losing a ranking contest — it is not entered in one.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ARE, WHERE WE CAN BE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today vs. realistic 90-day targets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1691640"/>
            <a:ext cx="3593592" cy="4114800"/>
          </a:xfrm>
          <a:prstGeom prst="roundRect">
            <a:avLst>
              <a:gd name="adj" fmla="val 2290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75320" y="1965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AEO climbs fastest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75320" y="265176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A8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 is mostly configuration, not competition.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A8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robots.txt, a sitemap, llms.txt and server-rendered HTML is a few days of work — and no competitor outranks you for it.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A8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and conversion then compound on top of that base.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 OPTIMIZATION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findings, all verified live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4767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931920" y="2011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4048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indexed pages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pages from the domain appear in public search indexes. The brand name returns no result pointing at jcll.me.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169164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11112" y="194767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537192" y="2011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11112" y="24048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tag is 90 characters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11112" y="278892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shows about 60. Five service lines in one title means the page reads as being about nothing in particular.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14223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931920" y="4206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4599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is 294 characters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05840" y="49834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two thirds is never displayed — including the part that says what you do for the customer.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45352" y="388620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11112" y="414223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537192" y="4206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11112" y="4599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canonical, social or schema tags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11112" y="49834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canonical URL, no Open Graph, no structured data. Google has no machine-readable statement of who you are.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ENGINE OPTIMIZATION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15-point agent readiness check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309360" cy="4251960"/>
          </a:xfrm>
          <a:prstGeom prst="roundRect">
            <a:avLst>
              <a:gd name="adj" fmla="val 1935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items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51560" y="2368296"/>
            <a:ext cx="146304" cy="146304"/>
          </a:xfrm>
          <a:prstGeom prst="ellipse">
            <a:avLst/>
          </a:prstGeom>
          <a:solidFill>
            <a:srgbClr val="FF6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53312" y="228600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HTML without JavaScript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0" y="22860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51560" y="2788920"/>
            <a:ext cx="146304" cy="146304"/>
          </a:xfrm>
          <a:prstGeom prst="ellipse">
            <a:avLst/>
          </a:prstGeom>
          <a:solidFill>
            <a:srgbClr val="FF6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270662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llms.txt at site root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0" y="270662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51560" y="3209544"/>
            <a:ext cx="146304" cy="146304"/>
          </a:xfrm>
          <a:prstGeom prst="ellipse">
            <a:avLst/>
          </a:prstGeom>
          <a:solidFill>
            <a:srgbClr val="FF6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53312" y="312724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 with AI crawler rules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0" y="31272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51560" y="3630168"/>
            <a:ext cx="146304" cy="146304"/>
          </a:xfrm>
          <a:prstGeom prst="ellipse">
            <a:avLst/>
          </a:prstGeom>
          <a:solidFill>
            <a:srgbClr val="FF6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53312" y="354787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sitemap.xml published &amp; referenced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0" y="35478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51560" y="4050792"/>
            <a:ext cx="146304" cy="146304"/>
          </a:xfrm>
          <a:prstGeom prst="ellipse">
            <a:avLst/>
          </a:prstGeom>
          <a:solidFill>
            <a:srgbClr val="FF6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53312" y="396849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Signals declared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0" y="396849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51560" y="4471416"/>
            <a:ext cx="146304" cy="146304"/>
          </a:xfrm>
          <a:prstGeom prst="ellipse">
            <a:avLst/>
          </a:prstGeom>
          <a:solidFill>
            <a:srgbClr val="FF6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53312" y="438912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for agents (Accept header)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0" y="43891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51560" y="4892040"/>
            <a:ext cx="146304" cy="146304"/>
          </a:xfrm>
          <a:prstGeom prst="ellipse">
            <a:avLst/>
          </a:prstGeom>
          <a:solidFill>
            <a:srgbClr val="FF6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53312" y="480974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headers for agent discovery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486400" y="48097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051560" y="5312664"/>
            <a:ext cx="146304" cy="146304"/>
          </a:xfrm>
          <a:prstGeom prst="ellipse">
            <a:avLst/>
          </a:prstGeom>
          <a:solidFill>
            <a:srgbClr val="FF6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53312" y="52303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card / agent skills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486400" y="52303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251192" y="1645920"/>
            <a:ext cx="4297680" cy="2011680"/>
          </a:xfrm>
          <a:prstGeom prst="roundRect">
            <a:avLst>
              <a:gd name="adj" fmla="val 4091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1783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5000" dirty="0"/>
          </a:p>
        </p:txBody>
      </p:sp>
      <p:sp>
        <p:nvSpPr>
          <p:cNvPr id="32" name="Text 30"/>
          <p:cNvSpPr/>
          <p:nvPr/>
        </p:nvSpPr>
        <p:spPr>
          <a:xfrm>
            <a:off x="7589520" y="26060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15 agent-readiness checks currently unmet or unverified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251192" y="3840480"/>
            <a:ext cx="4297680" cy="205740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0" y="4041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angle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589520" y="4407408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studio that sells AI consulting should have the most agent-ready site in its market. Fixing this is both the repair and the case study — and the case study is exactly the kind of content AI assistants cite.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visitors you do get don't become leads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08792" cy="969264"/>
          </a:xfrm>
          <a:prstGeom prst="roundRect">
            <a:avLst>
              <a:gd name="adj" fmla="val 8491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2029968"/>
            <a:ext cx="201168" cy="20116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76479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businesses, one sentence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212080" y="176479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consulting, software, photography, video and content in a single headline. Every visitor has to work out whether you're for them — most won't.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79776"/>
            <a:ext cx="10908792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779776"/>
            <a:ext cx="10908792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3163824"/>
            <a:ext cx="201168" cy="20116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89864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shared link is a grey box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212080" y="289864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 Graph tags means no image, headline or description when the site is shared on LinkedIn, WhatsApp, Instagram or Slack.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913632"/>
            <a:ext cx="10908792" cy="969264"/>
          </a:xfrm>
          <a:prstGeom prst="roundRect">
            <a:avLst>
              <a:gd name="adj" fmla="val 8491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4128" y="4297680"/>
            <a:ext cx="201168" cy="20116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4032504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proof anywhere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212080" y="4032504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case studies, testimonials, client logos or third-party reviews on or off the site. For a services business, trust is the conversion mechanism.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047488"/>
            <a:ext cx="10908792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5047488"/>
            <a:ext cx="10908792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4128" y="5431536"/>
            <a:ext cx="201168" cy="20116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5166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to your own traffic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212080" y="516636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on a JavaScript site typically records one pageview per session unless route tracking is configured — so every funnel report is fiction.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work multiplies traffic. Right now it is multiplying zero — which is why both tracks run in parallel.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funnel looks like before and after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30936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82396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90 DAYS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0908792" cy="640080"/>
          </a:xfrm>
          <a:prstGeom prst="roundRect">
            <a:avLst>
              <a:gd name="adj" fmla="val 10000"/>
            </a:avLst>
          </a:prstGeom>
          <a:solidFill>
            <a:srgbClr val="232C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116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indexed by Google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0936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8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823960" y="20116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– 15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10908792" cy="640080"/>
          </a:xfrm>
          <a:prstGeom prst="roundRect">
            <a:avLst>
              <a:gd name="adj" fmla="val 10000"/>
            </a:avLst>
          </a:prstGeom>
          <a:solidFill>
            <a:srgbClr val="232C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7889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sessions / month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2788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8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823960" y="2788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– 400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10908792" cy="640080"/>
          </a:xfrm>
          <a:prstGeom prst="roundRect">
            <a:avLst>
              <a:gd name="adj" fmla="val 10000"/>
            </a:avLst>
          </a:prstGeom>
          <a:solidFill>
            <a:srgbClr val="232C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5661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Referrals from AI assistants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8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823960" y="3566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– 40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40080" y="4343400"/>
            <a:ext cx="10908792" cy="640080"/>
          </a:xfrm>
          <a:prstGeom prst="roundRect">
            <a:avLst>
              <a:gd name="adj" fmla="val 10000"/>
            </a:avLst>
          </a:prstGeom>
          <a:solidFill>
            <a:srgbClr val="232C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3434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→ lead rate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09360" y="4343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8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823960" y="4343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5%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640080" y="5120640"/>
            <a:ext cx="10908792" cy="640080"/>
          </a:xfrm>
          <a:prstGeom prst="roundRect">
            <a:avLst>
              <a:gd name="adj" fmla="val 10000"/>
            </a:avLst>
          </a:prstGeom>
          <a:solidFill>
            <a:srgbClr val="232C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51206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leads / month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09360" y="5120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8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823960" y="5120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– 20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8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ranges. They assume the rendering fix ships in week one — everything else compounds on top of it.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60 / 90 days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291840" cy="4343400"/>
          </a:xfrm>
          <a:prstGeom prst="roundRect">
            <a:avLst>
              <a:gd name="adj" fmla="val 2500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1901952"/>
            <a:ext cx="384048" cy="38404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7552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87552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readable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3200400"/>
            <a:ext cx="2697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 the site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 + sitemap.xml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llms.txt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title &amp; description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Graph + canonical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Search Console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645920"/>
            <a:ext cx="3291840" cy="4343400"/>
          </a:xfrm>
          <a:prstGeom prst="roundRect">
            <a:avLst>
              <a:gd name="adj" fmla="val 2500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5152" y="1901952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45152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 – 4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645152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foundation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3200400"/>
            <a:ext cx="2697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dedicated service pages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+ FAQ schema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 &amp; named testimonials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form to 3–4 fields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Book-a-call CTA above fold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+ Clarity with route tracking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645920"/>
            <a:ext cx="3291840" cy="4343400"/>
          </a:xfrm>
          <a:prstGeom prst="roundRect">
            <a:avLst>
              <a:gd name="adj" fmla="val 2500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2752" y="1901952"/>
            <a:ext cx="384048" cy="38404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02752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 – 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302752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authority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0" y="3200400"/>
            <a:ext cx="2697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case studies with numbers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useful articles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LinkedIn, GBP, directories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genuine backlinks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card + agent skills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Re-score &amp; publish the result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FIXES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three searches, once the work is done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0908792" cy="1298448"/>
          </a:xfrm>
          <a:prstGeom prst="roundRect">
            <a:avLst>
              <a:gd name="adj" fmla="val 6338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84832"/>
            <a:ext cx="384048" cy="38404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208483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Google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937760" y="1792224"/>
            <a:ext cx="6400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indexed pages. Position 1 for the brand name, and visible for long-tail commercial searches such as “AI automation consultant” and “commercial photographer” in your region.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118104"/>
            <a:ext cx="10908792" cy="1298448"/>
          </a:xfrm>
          <a:prstGeom prst="roundRect">
            <a:avLst>
              <a:gd name="adj" fmla="val 6338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575304"/>
            <a:ext cx="384048" cy="38404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357530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social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37760" y="3282696"/>
            <a:ext cx="6400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links render with a cover image, a sharp headline and a one-line promise — and land on a page whose headline mirrors the ad, with one clear button.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608576"/>
            <a:ext cx="10908792" cy="1298448"/>
          </a:xfrm>
          <a:prstGeom prst="roundRect">
            <a:avLst>
              <a:gd name="adj" fmla="val 6338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5065776"/>
            <a:ext cx="384048" cy="38404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065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54480" y="50657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AI assistants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937760" y="4773168"/>
            <a:ext cx="6400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does JCLL Labs do?” returns an accurate summary drawn from your own pages. For well-matched niche questions, the studio appears as a candidate — with a working way for the agent to request a quote.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1447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“not entered in the race” to “findable, quotable and easy to hire.”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840480"/>
            <a:ext cx="4937760" cy="4937760"/>
          </a:xfrm>
          <a:prstGeom prst="ellipse">
            <a:avLst/>
          </a:prstGeom>
          <a:solidFill>
            <a:srgbClr val="00C2A8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143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decisions to make this week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84048" cy="38404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07008" y="2697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rendering fix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207008" y="30815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8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two days of engineering. Nothing else in this plan works without 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384048" cy="38404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07008" y="3749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headline offer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207008" y="413308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8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primary practice on the homepage. The others each get their own page.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846320"/>
            <a:ext cx="384048" cy="38404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07008" y="4800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us access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207008" y="518464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8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Console, analytics and hosting — so the next audit measures instead of estimates.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989320"/>
            <a:ext cx="1280160" cy="32004"/>
          </a:xfrm>
          <a:prstGeom prst="rect">
            <a:avLst/>
          </a:prstGeom>
          <a:solidFill>
            <a:srgbClr val="FF6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6217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findings: SEO, AEO and CRO audit documents supplied alongside this deck.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Audit — jcll.me</dc:title>
  <dc:subject>PptxGenJS Presentation</dc:subject>
  <dc:creator>JCLL Labs Audit</dc:creator>
  <cp:lastModifiedBy>JCLL Labs Audit</cp:lastModifiedBy>
  <cp:revision>1</cp:revision>
  <dcterms:created xsi:type="dcterms:W3CDTF">2026-08-26T00:42:54Z</dcterms:created>
  <dcterms:modified xsi:type="dcterms:W3CDTF">2026-08-26T00:42:54Z</dcterms:modified>
</cp:coreProperties>
</file>